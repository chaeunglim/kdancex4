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01 / 09 · 입점 설명회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F1729"/>
                </a:solidFill>
                <a:latin typeface="맑은 고딕"/>
              </a:rPr>
              <a:t>춤출 곳을 못 찾아서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F1729"/>
                </a:solidFill>
                <a:latin typeface="맑은 고딕"/>
              </a:rPr>
              <a:t>안 오는 회원은, 없앱니다.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C5266"/>
                </a:solidFill>
                <a:latin typeface="맑은 고딕"/>
              </a:rPr>
              <a:t>검색 → 예약 → 결제 → 정산까지 한 앱에서 끝나는 소셜댄스 전문 플랫폼.
시간표는 쓰시던 포스터 사진 한 장만 올리면 자동으로 등록됩니다.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4480560"/>
            <a:ext cx="109728" cy="109728"/>
          </a:xfrm>
          <a:prstGeom prst="ellipse">
            <a:avLst/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43400"/>
            <a:ext cx="804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댄스스포츠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43434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4480560"/>
            <a:ext cx="109728" cy="109728"/>
          </a:xfrm>
          <a:prstGeom prst="ellipse">
            <a:avLst/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434340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아르헨티나 탱고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434340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9312" y="4480560"/>
            <a:ext cx="109728" cy="109728"/>
          </a:xfrm>
          <a:prstGeom prst="ellipse">
            <a:avLst/>
          </a:prstGeom>
          <a:solidFill>
            <a:srgbClr val="B8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4343400"/>
            <a:ext cx="6766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스윙댄스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343400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54879" y="4480560"/>
            <a:ext cx="109728" cy="109728"/>
          </a:xfrm>
          <a:prstGeom prst="ellipse">
            <a:avLst/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4343400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살사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34340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14416" y="4480560"/>
            <a:ext cx="109728" cy="109728"/>
          </a:xfrm>
          <a:prstGeom prst="ellipse">
            <a:avLst/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4343400"/>
            <a:ext cx="548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바차타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8AA0"/>
                </a:solidFill>
                <a:latin typeface="맑은 고딕"/>
              </a:rPr>
              <a:t>대상 — 입점 검토 중인 댄스 학원 원장님   ·   형식 — 실제 구현 화면 12개 기준 설명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02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지금 학원이 겪는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1729"/>
                </a:solidFill>
                <a:latin typeface="맑은 고딕"/>
              </a:rPr>
              <a:t>숫자로 보면, 문제는 셋뿐입니다.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8452F"/>
                </a:solidFill>
                <a:latin typeface="맑은 고딕"/>
              </a:rPr>
              <a:t>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신규 문의가 “검색”에서 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블로그·SNS로는 장르별 취향까지 걸러진 사람을 찾기 어렵습니다.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10312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8452F"/>
                </a:solidFill>
                <a:latin typeface="맑은 고딕"/>
              </a:rPr>
              <a:t>1/5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수업의 노쇼·지각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52044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예약 확인 전화, 알람 문자를 원장님이 직접 보내는 학원이 대부분입니다.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10312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8452F"/>
                </a:solidFill>
                <a:latin typeface="맑은 고딕"/>
              </a:rPr>
              <a:t>월 6시간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수기 장부·정산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52044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현금·계좌이체·카드가 섞인 결제 내역을 매달 손으로 맞추는 시간입니다.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03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회원 화면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가입 장벽을 낮춰서, 검색까지 바로 갑니다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휴대폰 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010-••••-5521 · 인증완료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67712"/>
            <a:ext cx="598932" cy="201168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5989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댄스스포츠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76756" y="226771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6756" y="226771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탱고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56032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60603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🎓 대학생이신가요?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798063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학교 이메일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회원가입 3초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본인인증만 하면 바로 시작 — 이탈 없이 검색으로 넘어갑니다.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찾기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188366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검색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02996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강남 · 살사 · 평일 저녁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26771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26771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살사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8496" y="2267712"/>
            <a:ext cx="461772" cy="201168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8496" y="2267712"/>
            <a:ext cx="4617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바차타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256032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2" y="260603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라 클라베 스튜디오 ★4.9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2798063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강남역 3번 출구 · 도보 5분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478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346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취향까지 걸러서 검색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장르·지역·시간대로 좁힌 사람이 학원 앞까지 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19" y="151790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3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상세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19" y="1883664"/>
            <a:ext cx="1737359" cy="64008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06055" y="228600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06055" y="228600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사진 6장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19" y="2596896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라 클라베 댄스 스튜디오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19" y="2743200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★4.9 (212) · 도보 5분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19" y="298094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1" y="3026663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45,000원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1" y="3218687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화·목 20:00 · 8/12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전화 문의가 줄어듭니다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사진·시간표·정원까지 한 화면 — 물어볼 게 없어집니다.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04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회원 화면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결제부터 방문까지, 이탈 없이 이어집니다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결제하기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8366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수업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화 20:00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수업료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123" y="2267712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180,000원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8716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2E7D5B"/>
                </a:solidFill>
                <a:latin typeface="맑은 고딕"/>
              </a:rPr>
              <a:t>대학생 할인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0123" y="248716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2E7D5B"/>
                </a:solidFill>
                <a:latin typeface="맑은 고딕"/>
              </a:rPr>
              <a:t>-90,000원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688336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6148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총 결제금액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0123" y="276148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1F1729"/>
                </a:solidFill>
                <a:latin typeface="맑은 고딕"/>
              </a:rPr>
              <a:t>90,000원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035808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3EDF5"/>
          </a:solidFill>
          <a:ln w="13970">
            <a:solidFill>
              <a:srgbClr val="1F1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35808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신용·체크카드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투명한 결제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할인·쿠폰이 항목별로 보여서 결제 중 이탈이 없습니다.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내 일정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8634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6828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5022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3217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1411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9605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8634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54057" y="2048256"/>
            <a:ext cx="173735" cy="173735"/>
          </a:xfrm>
          <a:prstGeom prst="roundRect">
            <a:avLst>
              <a:gd name="adj" fmla="val 5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16828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22637" y="2217028"/>
            <a:ext cx="36576" cy="36576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5022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3217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9026" y="2217028"/>
            <a:ext cx="36576" cy="36576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61411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9605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2331720"/>
            <a:ext cx="1737359" cy="457200"/>
          </a:xfrm>
          <a:prstGeom prst="roundRect">
            <a:avLst>
              <a:gd name="adj" fmla="val 14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20440" y="2331720"/>
            <a:ext cx="36576" cy="457200"/>
          </a:xfrm>
          <a:prstGeom prst="rect">
            <a:avLst/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30168" y="238658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🔔 살사 중급반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0168" y="256946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5C5266"/>
                </a:solidFill>
                <a:latin typeface="맑은 고딕"/>
              </a:rPr>
              <a:t>오늘 저녁 8:00 · 30분 전 알람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044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478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캘린더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346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노쇼가 줄어듭니다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결제 즉시 캘린더 등록, 수업 30분 전 자동 알람.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19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17919" y="1883664"/>
            <a:ext cx="1737359" cy="1005840"/>
          </a:xfrm>
          <a:prstGeom prst="roundRect">
            <a:avLst>
              <a:gd name="adj" fmla="val 10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6364223" y="2066544"/>
            <a:ext cx="1316736" cy="640080"/>
          </a:xfrm>
          <a:prstGeom prst="line">
            <a:avLst/>
          </a:prstGeom>
          <a:ln w="20320">
            <a:solidFill>
              <a:srgbClr val="D84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217919" y="2962656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1" y="300837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🚶 도보 · 12분 · 850m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1" y="319125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🚇 강남역 3번 출구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19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1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225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59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2093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첫 방문 포기를 막습니다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예약 확인 화면에서 바로 경로 안내로 이어집니다.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05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회원 화면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재방문과 노출까지 앱이 대신합니다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피드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88366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88366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" y="2121408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121408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파티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286000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강남 바차타 소셜파티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2374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52374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2761487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761487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대회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926079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2026 전국 챔피언십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3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597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다른 학원 회원에게도 노출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우리 학원 파티·공연이 전체 뉴스피드에 올라갑니다.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151790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라 클라베 공지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1883664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📌 추석 연휴 휴강 안내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206654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9/16 게시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176272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2212848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10월 정기 발표회 신청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2395728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9/12 게시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2505456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전화 대신 공지 하나로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휴강·이벤트를 텍스트로 바로 올립니다 — OCR도 필요 없습니다.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19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마이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919" y="1883664"/>
            <a:ext cx="1737359" cy="640080"/>
          </a:xfrm>
          <a:prstGeom prst="roundRect">
            <a:avLst>
              <a:gd name="adj" fmla="val 16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196596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월 멤버십 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213969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다음 결제 10/13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19" y="2615184"/>
            <a:ext cx="1737359" cy="402336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1" y="2660903"/>
            <a:ext cx="1097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🎟 1+1 할인권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1" y="2834639"/>
            <a:ext cx="109727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5C5266"/>
                </a:solidFill>
                <a:latin typeface="맑은 고딕"/>
              </a:rPr>
              <a:t>사용가능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59" y="2660903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600" b="1" i="0">
                <a:solidFill>
                  <a:srgbClr val="D8452F"/>
                </a:solidFill>
                <a:latin typeface="맑은 고딕"/>
              </a:rPr>
              <a:t>D-18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19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1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225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59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093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마이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예측 가능한 매출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멤버십 회원은 매달 자동 결제됩니다.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06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원장님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업로드 한 장이면, 나머지는 저희가 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포스터 업로드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883664"/>
            <a:ext cx="1737359" cy="7772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948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1737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포스터 · PDF · 인스타 캡처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끌어다 놓거나 눌러서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5234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798063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10월_시간표.jpg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7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처리중 · 09:41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타이핑 없이 업로드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쓰던 포스터·전단지 사진 그대로 올리면 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추출 결과 검토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0440" y="1883664"/>
            <a:ext cx="1737359" cy="50292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08576" y="214884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214884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원본 보기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459736"/>
            <a:ext cx="1737359" cy="36576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2496312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장르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642616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살사 중급반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2898648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4" y="2935224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3081528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화 20:00–21:00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3081528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3337560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5304" y="3374136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가격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5304" y="3520440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45,000원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520440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확인만 하면 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자동으로 채워진 내용을 한 번 보고 게시 버튼만 누르시면 됩니다.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19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이번 달 정산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7919" y="1883664"/>
            <a:ext cx="1737359" cy="685800"/>
          </a:xfrm>
          <a:prstGeom prst="roundRect">
            <a:avLst>
              <a:gd name="adj" fmla="val 16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196596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실지급액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59" y="213969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3,414,000원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19" y="2660904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플랫폼 수수료 (5% · 1년 면제 중)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7203" y="2660904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0원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19" y="2898648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결제·카드 수수료 (수업료 몫 · 대표 부담)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7203" y="2898648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-76,000원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19" y="3136391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신규 회원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7203" y="3136391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14명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장부 정리가 사라집니다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카드·현금·계좌이체 결제가 한 화면에 자동으로 정리됩니다.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07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1729"/>
                </a:solidFill>
                <a:latin typeface="맑은 고딕"/>
              </a:rPr>
              <a:t>“할인·쿠폰, 저희가 부담하나요?”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C5266"/>
                </a:solidFill>
                <a:latin typeface="맑은 고딕"/>
              </a:rPr>
              <a:t>네, 할인·쿠폰의 차액은 학원이 부담합니다. 대신 검색·추천·자동등록·결제 인프라는 플랫폼이 전부 무료로 제공합니다.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8AA0"/>
                </a:solidFill>
                <a:latin typeface="맑은 고딕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3774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8AA0"/>
                </a:solidFill>
                <a:latin typeface="맑은 고딕"/>
              </a:rPr>
              <a:t>부담 주체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3774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8AA0"/>
                </a:solidFill>
                <a:latin typeface="맑은 고딕"/>
              </a:rPr>
              <a:t>학원 정산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346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대학생 첫 결제 1회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8346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학원(대표)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28346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할인된 결제액 기준 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2918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1+1 할인권 (참여 학원만)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2918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학원(대표)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2918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추가 수업 1달치 50% 차액 부담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39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749039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결제·카드 수수료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74903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학원(대표) · 수업료 몫만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749039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실비 공제. 예매 수수료 몫은 플랫폼 부담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2062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플랫폼 수수료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062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 (5%, 입점 1년 면제)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42062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결제액의 95% 지급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08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입점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1729"/>
                </a:solidFill>
                <a:latin typeface="맑은 고딕"/>
              </a:rPr>
              <a:t>서류 없이, 3단계면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801A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계좌·사업자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정산받을 계좌와 사업자등록증만 준비하시면 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1031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801A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포스터 한 장만 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246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쓰시던 포스터·전단지 사진을 올리면 장르·시간표·가격이 자동으로 채워집니다.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1031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801A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베타 오픈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246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입점 후 1년은 플랫폼 수수료 없이 운영하고, 이후 5%를 청구합니다.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1729"/>
                </a:solidFill>
                <a:latin typeface="맑은 고딕"/>
              </a:rPr>
              <a:t>지금 시작하면, 첫 1년은 플랫폼 수수료가 없습니다.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5266"/>
                </a:solidFill>
                <a:latin typeface="맑은 고딕"/>
              </a:rPr>
              <a:t>입점 후 1년 동안은 플랫폼 수수료 5%를 면제합니다. 결제·카드 수수료는 실비로 공제하되, 예매 수수료가 붙는 결제는 수업료 몫만 학원이 부담합니다.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맑은 고딕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C8BED2"/>
                </a:solidFill>
                <a:latin typeface="맑은 고딕"/>
              </a:rPr>
              <a:t>09 / 09 · 소셜댄스 입점 설명회 (화면 12개 전체 기준)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